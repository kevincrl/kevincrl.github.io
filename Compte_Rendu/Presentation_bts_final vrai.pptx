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45" autoAdjust="0"/>
  </p:normalViewPr>
  <p:slideViewPr>
    <p:cSldViewPr snapToGrid="0" snapToObjects="1">
      <p:cViewPr varScale="1">
        <p:scale>
          <a:sx n="142" d="100"/>
          <a:sy n="142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411480"/>
            <a:ext cx="201168" cy="2011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749808"/>
            <a:ext cx="201168" cy="201168"/>
          </a:xfrm>
          <a:prstGeom prst="ellipse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FF5"/>
                </a:solidFill>
                <a:latin typeface="Calibri Light"/>
              </a:rPr>
              <a:t>BTS SIO  -  Option SISR  -  2024 - 2026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Bilan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166"/>
                </a:solidFill>
                <a:latin typeface="Calibri"/>
              </a:rPr>
              <a:t>Competences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56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FF5"/>
                </a:solidFill>
                <a:latin typeface="Calibri"/>
              </a:rPr>
              <a:t>CIRILLO Kevin  -  UFA Robert Schuman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2103120" cy="475488"/>
          </a:xfrm>
          <a:prstGeom prst="roundRect">
            <a:avLst>
              <a:gd name="adj" fmla="val 25237"/>
            </a:avLst>
          </a:prstGeom>
          <a:solidFill>
            <a:srgbClr val="3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fr-FR" sz="1100" b="1" dirty="0" smtClean="0">
                <a:solidFill>
                  <a:srgbClr val="FFFFFF"/>
                </a:solidFill>
                <a:latin typeface="Calibri"/>
              </a:rPr>
              <a:t>Alternance</a:t>
            </a:r>
            <a:r>
              <a:rPr sz="11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chez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Stellantis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1911096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 smtClean="0">
                <a:solidFill>
                  <a:srgbClr val="FFFFFF"/>
                </a:solidFill>
                <a:latin typeface="Calibri"/>
              </a:rPr>
              <a:t>Sommaire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256032"/>
            <a:ext cx="13716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12848" y="228600"/>
            <a:ext cx="3246120" cy="987552"/>
          </a:xfrm>
          <a:prstGeom prst="rect">
            <a:avLst/>
          </a:prstGeom>
          <a:solidFill>
            <a:srgbClr val="3D7FE8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04288" y="393192"/>
            <a:ext cx="658368" cy="6583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4288" y="393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4B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393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propos de moi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417320"/>
            <a:ext cx="3246120" cy="987552"/>
          </a:xfrm>
          <a:prstGeom prst="rect">
            <a:avLst/>
          </a:prstGeom>
          <a:solidFill>
            <a:srgbClr val="3D7FE8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04288" y="1581912"/>
            <a:ext cx="658368" cy="6583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04288" y="15819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4B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158191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propos de Stellantis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260604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04288" y="277063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4288" y="277063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7706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Gerer le patrimoine informatique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79476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04288" y="395935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04288" y="39593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395935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Repondre aux incidents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22860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60719" y="39319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19" y="393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93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Developper la presence en ligne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79" y="141732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60719" y="158191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19" y="15819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158191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Travailler en mode projet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60604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60719" y="277063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19" y="277063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27706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Mettre a disposition un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79" y="379476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60719" y="395935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19" y="39593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395935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Organiser son developpement pro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274320"/>
            <a:ext cx="2926080" cy="45720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CIRILLO Kevin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889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AAFF5"/>
                </a:solidFill>
                <a:latin typeface="Calibri"/>
              </a:rPr>
              <a:t>Etudiant BTS SIO - SISR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154680"/>
            <a:ext cx="13716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UFA Robert Schuman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Promotion 2024-2026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1538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Metz, Grand 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F4B"/>
                </a:solidFill>
                <a:latin typeface="Calibri"/>
              </a:rPr>
              <a:t>A propos de moi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914400"/>
            <a:ext cx="502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07899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078992"/>
            <a:ext cx="201168" cy="841248"/>
          </a:xfrm>
          <a:prstGeom prst="rect">
            <a:avLst/>
          </a:prstGeom>
          <a:solidFill>
            <a:srgbClr val="3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1521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7FE8"/>
                </a:solidFill>
                <a:latin typeface="Calibri"/>
              </a:rPr>
              <a:t>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1444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BTS SIO - option SISR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08483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2084832"/>
            <a:ext cx="201168" cy="841248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21579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8F"/>
                </a:solidFill>
                <a:latin typeface="Calibri"/>
              </a:rPr>
              <a:t>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4505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Solutions d'Infrastructure, Systemes et Reseaux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09067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0" y="3090672"/>
            <a:ext cx="201168" cy="841248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8" y="31638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F4B"/>
                </a:solidFill>
                <a:latin typeface="Calibri"/>
              </a:rPr>
              <a:t>Objectif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4564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Administrateur systemes &amp; reseaux en entreprise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4E75"/>
                </a:solidFill>
                <a:latin typeface="Calibri"/>
              </a:rPr>
              <a:t>Competences cles 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914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Reseaux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362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Windows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5810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Virtualisation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AAFF5"/>
                </a:solidFill>
                <a:latin typeface="Calibri Light"/>
              </a:rPr>
              <a:t>A propos 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Stellantis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09728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 dirty="0">
                <a:solidFill>
                  <a:srgbClr val="FFD166"/>
                </a:solidFill>
                <a:latin typeface="Calibri"/>
              </a:rPr>
              <a:t>~1 500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311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Collaborateurs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AFF5"/>
                </a:solidFill>
                <a:latin typeface="Calibri"/>
              </a:rPr>
              <a:t>sur le site de Borny, Metz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664208"/>
            <a:ext cx="26060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700" b="1" dirty="0" smtClean="0">
                <a:solidFill>
                  <a:srgbClr val="FFD166"/>
                </a:solidFill>
              </a:rPr>
              <a:t>~600 000 </a:t>
            </a:r>
            <a:endParaRPr lang="fr-FR" sz="2700" b="1" dirty="0">
              <a:solidFill>
                <a:srgbClr val="FFD16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260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i="0" dirty="0" smtClean="0">
                <a:solidFill>
                  <a:srgbClr val="FFFFFF"/>
                </a:solidFill>
                <a:latin typeface="Calibri"/>
              </a:rPr>
              <a:t>Transmission / an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29000" y="2514600"/>
            <a:ext cx="2606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 smtClean="0">
                <a:solidFill>
                  <a:srgbClr val="7AAFF5"/>
                </a:solidFill>
                <a:latin typeface="Calibri"/>
              </a:rPr>
              <a:t>fabriqu</a:t>
            </a:r>
            <a:r>
              <a:rPr lang="fr-FR" sz="900" b="0" i="0" dirty="0" smtClean="0">
                <a:solidFill>
                  <a:srgbClr val="7AAFF5"/>
                </a:solidFill>
                <a:latin typeface="Calibri"/>
              </a:rPr>
              <a:t>é</a:t>
            </a:r>
            <a:r>
              <a:rPr sz="900" b="0" i="0" dirty="0" smtClean="0">
                <a:solidFill>
                  <a:srgbClr val="7AAFF5"/>
                </a:solidFill>
                <a:latin typeface="Calibri"/>
              </a:rPr>
              <a:t>s </a:t>
            </a:r>
            <a:r>
              <a:rPr sz="900" b="0" i="0" dirty="0">
                <a:solidFill>
                  <a:srgbClr val="7AAFF5"/>
                </a:solidFill>
                <a:latin typeface="Calibri"/>
              </a:rPr>
              <a:t>sur le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D166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311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Marques mondiales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3969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AFF5"/>
                </a:solidFill>
                <a:latin typeface="Calibri"/>
              </a:rPr>
              <a:t>Peugeot, Citroen, Fiat...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00400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273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Secteur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73552"/>
            <a:ext cx="6309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Calibri"/>
              </a:rPr>
              <a:t>Industrie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automobile / fabrication </a:t>
            </a:r>
            <a:r>
              <a:rPr lang="fr-FR" sz="1000" dirty="0" smtClean="0">
                <a:solidFill>
                  <a:srgbClr val="FFFFFF"/>
                </a:solidFill>
                <a:latin typeface="Calibri"/>
              </a:rPr>
              <a:t>de boîtes de vitesse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Localisation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822191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Borny, Metz - Moselle (57)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7680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70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Ma mission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370832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Administration systemes &amp; reseaux  -  support utilisateurs  -  deploiements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472" y="274320"/>
            <a:ext cx="731520" cy="658368"/>
          </a:xfrm>
          <a:prstGeom prst="roundRect">
            <a:avLst>
              <a:gd name="adj" fmla="val 18226"/>
            </a:avLst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27432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Gerer le patrimoine informatique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89888"/>
            <a:ext cx="425196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89888"/>
            <a:ext cx="42519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39776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Ce que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j'ai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smtClean="0">
                <a:solidFill>
                  <a:srgbClr val="FFFFFF"/>
                </a:solidFill>
                <a:latin typeface="Calibri"/>
              </a:rPr>
              <a:t>realis</a:t>
            </a:r>
            <a:r>
              <a:rPr lang="fr-FR" sz="1000" b="1" i="0" dirty="0" smtClean="0">
                <a:solidFill>
                  <a:srgbClr val="FFFFFF"/>
                </a:solidFill>
                <a:latin typeface="Calibri"/>
              </a:rPr>
              <a:t>é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40233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Cr</a:t>
            </a:r>
            <a:r>
              <a:rPr lang="fr-FR" sz="1300" b="1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300" b="1" i="0" dirty="0" err="1" smtClean="0">
                <a:solidFill>
                  <a:srgbClr val="0A1530"/>
                </a:solidFill>
                <a:latin typeface="Calibri"/>
              </a:rPr>
              <a:t>ation</a:t>
            </a:r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et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300" b="1" i="0" dirty="0" smtClean="0">
                <a:solidFill>
                  <a:srgbClr val="0A1530"/>
                </a:solidFill>
                <a:latin typeface="Calibri"/>
              </a:rPr>
              <a:t>à</a:t>
            </a:r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jour d'un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fichier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Excel
"Layout" pour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recenser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le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parc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informatique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du site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Stellantis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89888"/>
            <a:ext cx="3977639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1389888"/>
            <a:ext cx="3977639" cy="36576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417320"/>
            <a:ext cx="3703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920240"/>
            <a:ext cx="201168" cy="20116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865376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150" dirty="0" smtClean="0">
                <a:solidFill>
                  <a:srgbClr val="0A1530"/>
                </a:solidFill>
                <a:latin typeface="Calibri"/>
              </a:rPr>
              <a:t>Schéma recensant toutes les machines disponible sur les lignes de production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92040" y="2578608"/>
            <a:ext cx="201168" cy="20116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523744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a jour 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guli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re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du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fichier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suivi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 afin de garantir un suivi efficace de l’inventaire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7472" y="4736592"/>
            <a:ext cx="1828800" cy="292608"/>
          </a:xfrm>
          <a:prstGeom prst="roundRect">
            <a:avLst>
              <a:gd name="adj" fmla="val 41010"/>
            </a:avLst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Outil : Microsoft Excel</a:t>
            </a: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3" y="3736742"/>
            <a:ext cx="1638529" cy="762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76272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912" y="274320"/>
            <a:ext cx="1298448" cy="566928"/>
          </a:xfrm>
          <a:prstGeom prst="roundRect">
            <a:avLst>
              <a:gd name="adj" fmla="val 21166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4407408"/>
            <a:ext cx="1773936" cy="475488"/>
          </a:xfrm>
          <a:prstGeom prst="roundRect">
            <a:avLst>
              <a:gd name="adj" fmla="val 25237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Grafana - Alerting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300" y="256032"/>
            <a:ext cx="6492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 dirty="0" err="1">
                <a:solidFill>
                  <a:srgbClr val="0F1F4B"/>
                </a:solidFill>
                <a:latin typeface="Calibri"/>
              </a:rPr>
              <a:t>Repondre</a:t>
            </a:r>
            <a:r>
              <a:rPr sz="1900" b="1" i="0" dirty="0">
                <a:solidFill>
                  <a:srgbClr val="0F1F4B"/>
                </a:solidFill>
                <a:latin typeface="Calibri"/>
              </a:rPr>
              <a:t> aux incidents et aux </a:t>
            </a:r>
            <a:r>
              <a:rPr sz="1900" b="1" i="0" dirty="0" err="1" smtClean="0">
                <a:solidFill>
                  <a:srgbClr val="0F1F4B"/>
                </a:solidFill>
                <a:latin typeface="Calibri"/>
              </a:rPr>
              <a:t>demandes</a:t>
            </a:r>
            <a:r>
              <a:rPr lang="fr-FR" sz="1900" b="1" i="0" dirty="0" smtClean="0">
                <a:solidFill>
                  <a:srgbClr val="0F1F4B"/>
                </a:solidFill>
                <a:latin typeface="Calibri"/>
              </a:rPr>
              <a:t> d’assistance et d’évolution</a:t>
            </a:r>
            <a:r>
              <a:rPr lang="fr-FR" sz="1900" b="1" i="0" dirty="0" smtClean="0">
                <a:solidFill>
                  <a:srgbClr val="0F1F4B"/>
                </a:solidFill>
                <a:latin typeface="Calibri"/>
              </a:rPr>
              <a:t>.</a:t>
            </a:r>
            <a:r>
              <a:rPr lang="fr-FR" sz="1900" b="1" dirty="0">
                <a:solidFill>
                  <a:srgbClr val="0F1F4B"/>
                </a:solidFill>
              </a:rPr>
              <a:t> </a:t>
            </a:r>
            <a:r>
              <a:rPr lang="fr-FR" sz="1000" b="1" dirty="0">
                <a:solidFill>
                  <a:srgbClr val="0F1F4B"/>
                </a:solidFill>
              </a:rPr>
              <a:t>(Traiter des demandes concernant les services réseau et système, </a:t>
            </a:r>
            <a:r>
              <a:rPr lang="fr-FR" sz="1000" b="1" dirty="0" smtClean="0">
                <a:solidFill>
                  <a:srgbClr val="0F1F4B"/>
                </a:solidFill>
              </a:rPr>
              <a:t>applicatifs)</a:t>
            </a:r>
            <a:endParaRPr lang="fr-FR" sz="1000" b="1" i="0" dirty="0" smtClean="0">
              <a:solidFill>
                <a:srgbClr val="0F1F4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7440" y="896112"/>
            <a:ext cx="59436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06984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68880" y="116128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161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17957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place d'un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systeme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d'Alerting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avec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Grafana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pour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surveiller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les composants clé des boites de vitesses ( Key Component )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7440" y="207568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68880" y="216712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2167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8541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Creation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d'alertes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personnalisees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(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12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gles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configur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) sur les tableaux de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bord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IT et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logistiques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77440" y="308152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468880" y="317296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31729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9125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daction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d'une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documentation pour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rendre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alertes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compréhensible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aux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"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lambda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"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377440" y="408736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80" y="417880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178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9709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Accompagnement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des </a:t>
            </a:r>
            <a:r>
              <a:rPr lang="fr-FR" sz="1150" dirty="0" err="1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quipes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dans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la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main et la comprehension des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alertes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 grâce à des présentations complète des règles en question.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79" y="1801368"/>
            <a:ext cx="1295581" cy="1257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56032"/>
            <a:ext cx="731520" cy="603504"/>
          </a:xfrm>
          <a:prstGeom prst="roundRect">
            <a:avLst>
              <a:gd name="adj" fmla="val 19883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256032"/>
            <a:ext cx="7680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D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é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velopper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la 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pr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é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sence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ligne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l'organisation</a:t>
            </a:r>
            <a:endParaRPr sz="1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7008" y="877824"/>
            <a:ext cx="914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16128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bg1"/>
                </a:solidFill>
                <a:latin typeface="Calibri"/>
              </a:rPr>
              <a:t>Creation d'un portfolio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professionnel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en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HTML/CSS pour </a:t>
            </a:r>
            <a:r>
              <a:rPr sz="1100" b="0" i="0" dirty="0" err="1" smtClean="0">
                <a:solidFill>
                  <a:schemeClr val="bg1"/>
                </a:solidFill>
                <a:latin typeface="Calibri"/>
              </a:rPr>
              <a:t>pr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é</a:t>
            </a:r>
            <a:r>
              <a:rPr sz="1100" b="0" i="0" dirty="0" err="1" smtClean="0">
                <a:solidFill>
                  <a:schemeClr val="bg1"/>
                </a:solidFill>
                <a:latin typeface="Calibri"/>
              </a:rPr>
              <a:t>senter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 les</a:t>
            </a:r>
            <a:r>
              <a:rPr sz="1100" b="0" i="0" dirty="0" smtClean="0">
                <a:solidFill>
                  <a:schemeClr val="bg1"/>
                </a:solidFill>
                <a:latin typeface="Calibri"/>
              </a:rPr>
              <a:t> </a:t>
            </a:r>
            <a:r>
              <a:rPr sz="1100" b="0" i="0" dirty="0" err="1" smtClean="0">
                <a:solidFill>
                  <a:schemeClr val="bg1"/>
                </a:solidFill>
                <a:latin typeface="Calibri"/>
              </a:rPr>
              <a:t>projets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 accomplis ainsi que les </a:t>
            </a:r>
            <a:r>
              <a:rPr sz="1100" b="0" i="0" dirty="0" smtClean="0">
                <a:solidFill>
                  <a:schemeClr val="bg1"/>
                </a:solidFill>
                <a:latin typeface="Calibri"/>
              </a:rPr>
              <a:t>comp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é</a:t>
            </a:r>
            <a:r>
              <a:rPr sz="1100" b="0" i="0" dirty="0" err="1" smtClean="0">
                <a:solidFill>
                  <a:schemeClr val="bg1"/>
                </a:solidFill>
                <a:latin typeface="Calibri"/>
              </a:rPr>
              <a:t>tences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 acquises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91840" y="116128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Objectif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87168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chemeClr val="bg1"/>
                </a:solidFill>
                <a:latin typeface="Calibri"/>
              </a:rPr>
              <a:t>Ameliorer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la </a:t>
            </a:r>
            <a:r>
              <a:rPr sz="1100" b="0" i="0" dirty="0" err="1" smtClean="0">
                <a:solidFill>
                  <a:schemeClr val="bg1"/>
                </a:solidFill>
                <a:latin typeface="Calibri"/>
              </a:rPr>
              <a:t>visibilit</a:t>
            </a:r>
            <a:r>
              <a:rPr lang="fr-FR" sz="1100" b="0" i="0" dirty="0" smtClean="0">
                <a:solidFill>
                  <a:schemeClr val="bg1"/>
                </a:solidFill>
                <a:latin typeface="Calibri"/>
              </a:rPr>
              <a:t>é</a:t>
            </a:r>
            <a:r>
              <a:rPr sz="1100" b="0" i="0" dirty="0" smtClean="0">
                <a:solidFill>
                  <a:schemeClr val="bg1"/>
                </a:solidFill>
                <a:latin typeface="Calibri"/>
              </a:rPr>
              <a:t> 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et </a:t>
            </a:r>
            <a:r>
              <a:rPr lang="fr-FR" sz="1100" dirty="0" smtClean="0">
                <a:solidFill>
                  <a:schemeClr val="bg1"/>
                </a:solidFill>
                <a:latin typeface="Calibri"/>
              </a:rPr>
              <a:t>le suivi de mes projets au cours des deux dernières années.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4727448"/>
            <a:ext cx="1417320" cy="292608"/>
          </a:xfrm>
          <a:prstGeom prst="roundRect">
            <a:avLst>
              <a:gd name="adj" fmla="val 4101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HTML / CSS</a:t>
            </a: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33" y="1920240"/>
            <a:ext cx="2581635" cy="17242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76272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912" y="274320"/>
            <a:ext cx="1298448" cy="566928"/>
          </a:xfrm>
          <a:prstGeom prst="roundRect">
            <a:avLst>
              <a:gd name="adj" fmla="val 21166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4407408"/>
            <a:ext cx="1773936" cy="475488"/>
          </a:xfrm>
          <a:prstGeom prst="roundRect">
            <a:avLst>
              <a:gd name="adj" fmla="val 25237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6032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F4B"/>
                </a:solidFill>
                <a:latin typeface="Calibri"/>
              </a:rPr>
              <a:t>Travailler en mode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896112"/>
            <a:ext cx="594360" cy="64008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06984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68880" y="116128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161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17957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Creation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d'une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infrastructure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informatique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compl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te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pondant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aux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besoins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d'un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contexte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d'entreprise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(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projet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academique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07568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68880" y="216712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2167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85416"/>
            <a:ext cx="55778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Participation au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projet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RPO ICT chez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Stellantis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: 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d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ploiement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et coordination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dirty="0" err="1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quipe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77440" y="308152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468880" y="317296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31729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91256"/>
            <a:ext cx="5577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1530"/>
                </a:solidFill>
                <a:latin typeface="Calibri"/>
              </a:rPr>
              <a:t>Utilisation de Microsoft Teams pour le suivi, la communication et le partage de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08736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80" y="417880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178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97096"/>
            <a:ext cx="5577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Gestion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des taches, 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delais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et 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livrables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dans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le respect du cahier des charges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3" y="1892808"/>
            <a:ext cx="1567952" cy="1190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472" y="274320"/>
            <a:ext cx="731520" cy="658368"/>
          </a:xfrm>
          <a:prstGeom prst="roundRect">
            <a:avLst>
              <a:gd name="adj" fmla="val 18226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274320"/>
            <a:ext cx="7680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err="1">
                <a:solidFill>
                  <a:srgbClr val="FFFFFF"/>
                </a:solidFill>
                <a:latin typeface="Calibri"/>
              </a:rPr>
              <a:t>Mettre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900" b="1" dirty="0">
                <a:solidFill>
                  <a:srgbClr val="FFFFFF"/>
                </a:solidFill>
                <a:latin typeface="Calibri"/>
              </a:rPr>
              <a:t>à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disposition 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des utilisateurs 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un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service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informatique</a:t>
            </a:r>
            <a:endParaRPr sz="1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389888"/>
            <a:ext cx="425196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89888"/>
            <a:ext cx="4251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Ce que j'ai realise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1530"/>
                </a:solidFill>
                <a:latin typeface="Calibri"/>
              </a:rPr>
              <a:t>Aide au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deploiement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l'application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
"Repair Assistant" sur les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postes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du site de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Borny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89888"/>
            <a:ext cx="3977639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1389888"/>
            <a:ext cx="3977639" cy="36576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417320"/>
            <a:ext cx="3703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92024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865376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0A1530"/>
                </a:solidFill>
                <a:latin typeface="Calibri"/>
              </a:rPr>
              <a:t>Repair Assistant : </a:t>
            </a:r>
            <a:r>
              <a:rPr lang="fr-FR" sz="1200" dirty="0" smtClean="0"/>
              <a:t>RA est </a:t>
            </a:r>
            <a:r>
              <a:rPr lang="fr-FR" sz="1200" dirty="0"/>
              <a:t>un logiciel conçu pour faciliter </a:t>
            </a:r>
            <a:r>
              <a:rPr lang="fr-FR" sz="1200" dirty="0" smtClean="0"/>
              <a:t>la vie des moniteurs.</a:t>
            </a:r>
            <a:endParaRPr sz="120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92040" y="2578608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523744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50" dirty="0" smtClean="0">
                <a:solidFill>
                  <a:srgbClr val="0A1530"/>
                </a:solidFill>
              </a:rPr>
              <a:t>Rédaction d’une documentation utilisateur selon une </a:t>
            </a:r>
            <a:r>
              <a:rPr lang="fr-FR" sz="1150" dirty="0" err="1" smtClean="0">
                <a:solidFill>
                  <a:srgbClr val="0A1530"/>
                </a:solidFill>
              </a:rPr>
              <a:t>template</a:t>
            </a:r>
            <a:r>
              <a:rPr lang="fr-FR" sz="1150" dirty="0" smtClean="0">
                <a:solidFill>
                  <a:srgbClr val="0A1530"/>
                </a:solidFill>
              </a:rPr>
              <a:t> prédéfini</a:t>
            </a:r>
            <a:endParaRPr lang="fr-FR" sz="1150" dirty="0">
              <a:solidFill>
                <a:srgbClr val="0A153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92040" y="3236976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3119551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Tests de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fonctionnement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et validation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aupr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s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finaux</a:t>
            </a:r>
            <a:r>
              <a:rPr lang="fr-FR" sz="1150" dirty="0">
                <a:solidFill>
                  <a:srgbClr val="0A1530"/>
                </a:solidFill>
                <a:latin typeface="Calibri"/>
              </a:rPr>
              <a:t>.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7472" y="4736592"/>
            <a:ext cx="1828800" cy="292608"/>
          </a:xfrm>
          <a:prstGeom prst="roundRect">
            <a:avLst>
              <a:gd name="adj" fmla="val 4101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Outil : Repair Assistant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56032"/>
            <a:ext cx="731520" cy="603504"/>
          </a:xfrm>
          <a:prstGeom prst="roundRect">
            <a:avLst>
              <a:gd name="adj" fmla="val 19883"/>
            </a:avLst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256032"/>
            <a:ext cx="7680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Organiser son developpement professionnel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877824"/>
            <a:ext cx="914400" cy="54864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CV et 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chemeClr val="bg1"/>
                </a:solidFill>
                <a:latin typeface="Calibri"/>
              </a:rPr>
              <a:t>Creation d'un CV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professionnel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et d'un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profil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LinkedIn pour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valoriser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mon </a:t>
            </a:r>
            <a:r>
              <a:rPr sz="1100" b="0" i="0" dirty="0" err="1">
                <a:solidFill>
                  <a:schemeClr val="bg1"/>
                </a:solidFill>
                <a:latin typeface="Calibri"/>
              </a:rPr>
              <a:t>parcours</a:t>
            </a:r>
            <a:r>
              <a:rPr sz="1100" b="0" i="0" dirty="0">
                <a:solidFill>
                  <a:schemeClr val="bg1"/>
                </a:solidFill>
                <a:latin typeface="Calibri"/>
              </a:rPr>
              <a:t> BTS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91840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20240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dirty="0" smtClean="0">
                <a:solidFill>
                  <a:srgbClr val="FFD166"/>
                </a:solidFill>
                <a:latin typeface="Calibri"/>
              </a:rPr>
              <a:t>Portfolio</a:t>
            </a:r>
            <a:endParaRPr sz="1300" b="1" i="0" dirty="0">
              <a:solidFill>
                <a:srgbClr val="FFD16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7560" y="2487168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Centralisation de mes projets dans un portfolio </a:t>
            </a:r>
            <a:r>
              <a:rPr lang="fr-FR" sz="1100" dirty="0" smtClean="0">
                <a:solidFill>
                  <a:schemeClr val="bg1"/>
                </a:solidFill>
              </a:rPr>
              <a:t>numérique </a:t>
            </a:r>
            <a:r>
              <a:rPr lang="fr-FR" sz="1100" dirty="0">
                <a:solidFill>
                  <a:schemeClr val="bg1"/>
                </a:solidFill>
              </a:rPr>
              <a:t>accessible en ligne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59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199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19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920240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i="0" dirty="0" smtClean="0">
                <a:solidFill>
                  <a:srgbClr val="FFD166"/>
                </a:solidFill>
                <a:latin typeface="Calibri"/>
              </a:rPr>
              <a:t>Veille Technologique</a:t>
            </a:r>
            <a:endParaRPr sz="1300" b="1" i="0" dirty="0">
              <a:solidFill>
                <a:srgbClr val="FFD166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248716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 smtClean="0">
                <a:solidFill>
                  <a:schemeClr val="bg1"/>
                </a:solidFill>
              </a:rPr>
              <a:t>Mise </a:t>
            </a:r>
            <a:r>
              <a:rPr lang="fr-FR" sz="1100" dirty="0">
                <a:solidFill>
                  <a:schemeClr val="bg1"/>
                </a:solidFill>
              </a:rPr>
              <a:t>en place </a:t>
            </a:r>
            <a:r>
              <a:rPr lang="fr-FR" sz="1100" dirty="0" smtClean="0">
                <a:solidFill>
                  <a:schemeClr val="bg1"/>
                </a:solidFill>
              </a:rPr>
              <a:t>d'une veille informatique, notamment sur les effets de l’expansion de l’intelligence artificielle sur la RAM et son prix.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4727448"/>
            <a:ext cx="1417320" cy="292608"/>
          </a:xfrm>
          <a:prstGeom prst="roundRect">
            <a:avLst>
              <a:gd name="adj" fmla="val 41010"/>
            </a:avLst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LinkedIn - Portfolio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0" y="-914400"/>
            <a:ext cx="4754880" cy="4754880"/>
          </a:xfrm>
          <a:prstGeom prst="ellipse">
            <a:avLst/>
          </a:prstGeom>
          <a:solidFill>
            <a:srgbClr val="28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108960"/>
            <a:ext cx="2926080" cy="2926080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Merci de votre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D166"/>
                </a:solidFill>
                <a:latin typeface="Calibri"/>
              </a:rPr>
              <a:t>attention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605</Words>
  <Application>Microsoft Office PowerPoint</Application>
  <PresentationFormat>Affichage à l'écran (16:9)</PresentationFormat>
  <Paragraphs>117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Kevin Cirillo</dc:creator>
  <cp:keywords/>
  <dc:description>generated using python-pptx</dc:description>
  <cp:lastModifiedBy>Kevin Cirillo</cp:lastModifiedBy>
  <cp:revision>11</cp:revision>
  <dcterms:created xsi:type="dcterms:W3CDTF">2013-01-27T09:14:16Z</dcterms:created>
  <dcterms:modified xsi:type="dcterms:W3CDTF">2026-05-12T20:10:18Z</dcterms:modified>
  <cp:category/>
</cp:coreProperties>
</file>