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45" autoAdjust="0"/>
  </p:normalViewPr>
  <p:slideViewPr>
    <p:cSldViewPr snapToGrid="0" snapToObjects="1">
      <p:cViewPr varScale="1">
        <p:scale>
          <a:sx n="142" d="100"/>
          <a:sy n="142" d="100"/>
        </p:scale>
        <p:origin x="7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2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57200" y="411480"/>
            <a:ext cx="201168" cy="2011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57200" y="749808"/>
            <a:ext cx="201168" cy="201168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AAFF5"/>
                </a:solidFill>
                <a:latin typeface="Calibri Light"/>
              </a:rPr>
              <a:t>BTS SIO  -  Option SISR  -  2024 - 2026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Bilan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D166"/>
                </a:solidFill>
                <a:latin typeface="Calibri"/>
              </a:rPr>
              <a:t>Competences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564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AFF5"/>
                </a:solidFill>
                <a:latin typeface="Calibri"/>
              </a:rPr>
              <a:t>CIRILLO Kevin  -  UFA Robert Schuman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977639"/>
            <a:ext cx="2103120" cy="475488"/>
          </a:xfrm>
          <a:prstGeom prst="roundRect">
            <a:avLst>
              <a:gd name="adj" fmla="val 25237"/>
            </a:avLst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fr-FR" sz="1100" b="1" dirty="0" smtClean="0">
                <a:solidFill>
                  <a:srgbClr val="FFFFFF"/>
                </a:solidFill>
                <a:latin typeface="Calibri"/>
              </a:rPr>
              <a:t>Alternance</a:t>
            </a:r>
            <a:r>
              <a:rPr sz="1100" b="1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dirty="0">
                <a:solidFill>
                  <a:srgbClr val="FFFFFF"/>
                </a:solidFill>
                <a:latin typeface="Calibri"/>
              </a:rPr>
              <a:t>chez </a:t>
            </a:r>
            <a:r>
              <a:rPr sz="1100" b="1" dirty="0" err="1">
                <a:solidFill>
                  <a:srgbClr val="FFFFFF"/>
                </a:solidFill>
                <a:latin typeface="Calibri"/>
              </a:rPr>
              <a:t>Stellantis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0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" y="1911096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 err="1" smtClean="0">
                <a:solidFill>
                  <a:srgbClr val="FFFFFF"/>
                </a:solidFill>
                <a:latin typeface="Calibri"/>
              </a:rPr>
              <a:t>Sommaire</a:t>
            </a:r>
            <a:endParaRPr sz="2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137160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12848" y="22860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304288" y="39319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04288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moi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141732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304288" y="158191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04288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Stellantis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304288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04288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04288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04288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Repondre aux incidents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79" y="22860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760719" y="39319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0719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Developper la presence en ligne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79" y="141732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760719" y="158191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60719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79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760719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760719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Mettre a disposition un 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79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760719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60719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Organiser son developpement pro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274320"/>
            <a:ext cx="2926080" cy="45720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" y="502920"/>
            <a:ext cx="1737360" cy="1737360"/>
          </a:xfrm>
          <a:prstGeom prst="ellipse">
            <a:avLst/>
          </a:prstGeom>
          <a:solidFill>
            <a:srgbClr val="1A3A8F"/>
          </a:solidFill>
          <a:ln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34440" y="658368"/>
            <a:ext cx="1097280" cy="1097280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7280" y="1572768"/>
            <a:ext cx="1371600" cy="640080"/>
          </a:xfrm>
          <a:prstGeom prst="rect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CIRILLO Kevin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7AAFF5"/>
                </a:solidFill>
                <a:latin typeface="Calibri"/>
              </a:rPr>
              <a:t>Etudiant BTS SIO - SISR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154680"/>
            <a:ext cx="1371600" cy="5486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337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UFA Robert Schuman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7764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Promotion 2024-2026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15383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Metz, Grand 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4747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F4B"/>
                </a:solidFill>
                <a:latin typeface="Calibri"/>
              </a:rPr>
              <a:t>A propos de moi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914400"/>
            <a:ext cx="502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74720" y="107899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74720" y="1078992"/>
            <a:ext cx="201168" cy="841248"/>
          </a:xfrm>
          <a:prstGeom prst="rect">
            <a:avLst/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67328" y="115214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7FE8"/>
                </a:solidFill>
                <a:latin typeface="Calibri"/>
              </a:rPr>
              <a:t>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14447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BTS SIO - option SISR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08483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74720" y="2084832"/>
            <a:ext cx="201168" cy="841248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67328" y="21579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3A8F"/>
                </a:solidFill>
                <a:latin typeface="Calibri"/>
              </a:rPr>
              <a:t>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4505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Solutions d'Infrastructure, Systemes et Reseaux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309067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74720" y="3090672"/>
            <a:ext cx="201168" cy="841248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67328" y="316382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F1F4B"/>
                </a:solidFill>
                <a:latin typeface="Calibri"/>
              </a:rPr>
              <a:t>Objectif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4564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Administrateur systemes &amp; reseaux en entreprise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160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4E75"/>
                </a:solidFill>
                <a:latin typeface="Calibri"/>
              </a:rPr>
              <a:t>Competences cles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914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Reseaux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0362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Windows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5810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Virtualisation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7AAFF5"/>
                </a:solidFill>
                <a:latin typeface="Calibri Light"/>
              </a:rPr>
              <a:t>A propos 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229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Stellantis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89888"/>
            <a:ext cx="109728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 dirty="0">
                <a:solidFill>
                  <a:srgbClr val="FFD166"/>
                </a:solidFill>
                <a:latin typeface="Calibri"/>
              </a:rPr>
              <a:t>~1 500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Collaborateurs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sur le site de Borny, Metz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664208"/>
            <a:ext cx="26060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700" b="1" dirty="0" smtClean="0">
                <a:solidFill>
                  <a:srgbClr val="FFD166"/>
                </a:solidFill>
              </a:rPr>
              <a:t>~600 000 </a:t>
            </a:r>
            <a:endParaRPr lang="fr-FR" sz="2700" b="1" dirty="0">
              <a:solidFill>
                <a:srgbClr val="FFD16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29000" y="2231136"/>
            <a:ext cx="2606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i="0" dirty="0" smtClean="0">
                <a:solidFill>
                  <a:srgbClr val="FFFFFF"/>
                </a:solidFill>
                <a:latin typeface="Calibri"/>
              </a:rPr>
              <a:t>Transmission / an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29000" y="2514600"/>
            <a:ext cx="26060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 smtClean="0">
                <a:solidFill>
                  <a:srgbClr val="7AAFF5"/>
                </a:solidFill>
                <a:latin typeface="Calibri"/>
              </a:rPr>
              <a:t>fabriqu</a:t>
            </a:r>
            <a:r>
              <a:rPr lang="fr-FR" sz="9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900" b="0" i="0" dirty="0" smtClean="0">
                <a:solidFill>
                  <a:srgbClr val="7AAFF5"/>
                </a:solidFill>
                <a:latin typeface="Calibri"/>
              </a:rPr>
              <a:t>s </a:t>
            </a:r>
            <a:r>
              <a:rPr sz="900" b="0" i="0" dirty="0">
                <a:solidFill>
                  <a:srgbClr val="7AAFF5"/>
                </a:solidFill>
                <a:latin typeface="Calibri"/>
              </a:rPr>
              <a:t>sur le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D166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Marques mondiales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3969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Peugeot, Citroen, Fiat...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0040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32735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Secteur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273552"/>
            <a:ext cx="63093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Calibri"/>
              </a:rPr>
              <a:t>Industrie</a:t>
            </a:r>
            <a:r>
              <a:rPr sz="1000" b="0" i="0" dirty="0">
                <a:solidFill>
                  <a:srgbClr val="FFFFFF"/>
                </a:solidFill>
                <a:latin typeface="Calibri"/>
              </a:rPr>
              <a:t> automobile / fabrication </a:t>
            </a:r>
            <a:r>
              <a:rPr lang="fr-FR" sz="1000" dirty="0" smtClean="0">
                <a:solidFill>
                  <a:srgbClr val="FFFFFF"/>
                </a:solidFill>
                <a:latin typeface="Calibri"/>
              </a:rPr>
              <a:t>de boîtes de vitesse</a:t>
            </a:r>
            <a:endParaRPr sz="10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Localisation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3822191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Borny, Metz - Moselle (57)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708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Ma mission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370832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Administration systemes &amp; reseaux  -  support utilisateurs  -  deploiements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alibri"/>
              </a:rPr>
              <a:t>Ce que </a:t>
            </a:r>
            <a:r>
              <a:rPr sz="1000" b="1" i="0" dirty="0" err="1">
                <a:solidFill>
                  <a:srgbClr val="FFFFFF"/>
                </a:solidFill>
                <a:latin typeface="Calibri"/>
              </a:rPr>
              <a:t>j'ai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000" b="1" i="0" dirty="0" smtClean="0">
                <a:solidFill>
                  <a:srgbClr val="FFFFFF"/>
                </a:solidFill>
                <a:latin typeface="Calibri"/>
              </a:rPr>
              <a:t>realis</a:t>
            </a:r>
            <a:r>
              <a:rPr lang="fr-FR" sz="1000" b="1" i="0" dirty="0" smtClean="0">
                <a:solidFill>
                  <a:srgbClr val="FFFFFF"/>
                </a:solidFill>
                <a:latin typeface="Calibri"/>
              </a:rPr>
              <a:t>é</a:t>
            </a:r>
            <a:endParaRPr sz="1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Cr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300" b="1" i="0" dirty="0" err="1" smtClean="0">
                <a:solidFill>
                  <a:srgbClr val="0A1530"/>
                </a:solidFill>
                <a:latin typeface="Calibri"/>
              </a:rPr>
              <a:t>ation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et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à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jour d'un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Excel
"Layout" pour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recenser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le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parc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150" dirty="0" smtClean="0">
                <a:solidFill>
                  <a:srgbClr val="0A1530"/>
                </a:solidFill>
                <a:latin typeface="Calibri"/>
              </a:rPr>
              <a:t>Schéma recensant toutes les machines disponible sur les lignes de production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 jour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reguli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re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suivi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afin de garantir un suivi efficace de l’inventaire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Microsoft Excel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Oval 3"/>
          <p:cNvSpPr/>
          <p:nvPr/>
        </p:nvSpPr>
        <p:spPr>
          <a:xfrm>
            <a:off x="438912" y="1005840"/>
            <a:ext cx="1298448" cy="129844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49808" y="1188720"/>
            <a:ext cx="685800" cy="502920"/>
          </a:xfrm>
          <a:prstGeom prst="rect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1078992"/>
            <a:ext cx="548640" cy="548640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Grafana -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0F1F4B"/>
                </a:solidFill>
                <a:latin typeface="Calibri"/>
              </a:rPr>
              <a:t>Repondre</a:t>
            </a:r>
            <a:r>
              <a:rPr sz="1900" b="1" i="0" dirty="0">
                <a:solidFill>
                  <a:srgbClr val="0F1F4B"/>
                </a:solidFill>
                <a:latin typeface="Calibri"/>
              </a:rPr>
              <a:t> aux incidents et aux </a:t>
            </a:r>
            <a:r>
              <a:rPr sz="1900" b="1" i="0" dirty="0" err="1" smtClean="0">
                <a:solidFill>
                  <a:srgbClr val="0F1F4B"/>
                </a:solidFill>
                <a:latin typeface="Calibri"/>
              </a:rPr>
              <a:t>demandes</a:t>
            </a:r>
            <a:r>
              <a:rPr lang="fr-FR" sz="1900" b="1" i="0" dirty="0" smtClean="0">
                <a:solidFill>
                  <a:srgbClr val="0F1F4B"/>
                </a:solidFill>
                <a:latin typeface="Calibri"/>
              </a:rPr>
              <a:t> d’assistance et d’évolution.</a:t>
            </a:r>
            <a:endParaRPr sz="1900" b="1" i="0" dirty="0">
              <a:solidFill>
                <a:srgbClr val="0F1F4B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place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systeme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d'Alerting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avec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Grafana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surveiller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les composants clé des boites de vitesses ( Key Component )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personnalisees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(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12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gles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configur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 sur les tableaux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bord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IT et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logistiques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daction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documentation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rendre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compréhensible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lambda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Accompagnement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la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main et la comprehension des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alertes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grâce à des présentations complète des règles en question.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D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velopper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la 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pr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sence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ligne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de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l'organisation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Conception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7AAFF5"/>
                </a:solidFill>
                <a:latin typeface="Calibri"/>
              </a:rPr>
              <a:t>Creation d'un portfolio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professionnel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7AAFF5"/>
                </a:solidFill>
                <a:latin typeface="Calibri"/>
              </a:rPr>
              <a:t>en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HTML/CSS pour 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pr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senter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 les</a:t>
            </a:r>
            <a:r>
              <a:rPr sz="1100" b="0" i="0" dirty="0" smtClean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projets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 accomplis ainsi que les </a:t>
            </a:r>
            <a:r>
              <a:rPr sz="1100" b="0" i="0" dirty="0" smtClean="0">
                <a:solidFill>
                  <a:srgbClr val="7AAFF5"/>
                </a:solidFill>
                <a:latin typeface="Calibri"/>
              </a:rPr>
              <a:t>comp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tences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 acquises</a:t>
            </a:r>
            <a:endParaRPr sz="1100" b="0" i="0" dirty="0">
              <a:solidFill>
                <a:srgbClr val="7AAFF5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Objectif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>
                <a:solidFill>
                  <a:srgbClr val="7AAFF5"/>
                </a:solidFill>
                <a:latin typeface="Calibri"/>
              </a:rPr>
              <a:t>Ameliorer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 la </a:t>
            </a:r>
            <a:r>
              <a:rPr sz="1100" b="0" i="0" dirty="0" err="1" smtClean="0">
                <a:solidFill>
                  <a:srgbClr val="7AAFF5"/>
                </a:solidFill>
                <a:latin typeface="Calibri"/>
              </a:rPr>
              <a:t>visibilit</a:t>
            </a:r>
            <a:r>
              <a:rPr lang="fr-FR" sz="11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1100" b="0" i="0" dirty="0" smtClean="0">
                <a:solidFill>
                  <a:srgbClr val="7AAFF5"/>
                </a:solidFill>
                <a:latin typeface="Calibri"/>
              </a:rPr>
              <a:t> </a:t>
            </a:r>
            <a:r>
              <a:rPr sz="1100" b="0" i="0" dirty="0">
                <a:solidFill>
                  <a:srgbClr val="7AAFF5"/>
                </a:solidFill>
                <a:latin typeface="Calibri"/>
              </a:rPr>
              <a:t>et </a:t>
            </a:r>
            <a:r>
              <a:rPr lang="fr-FR" sz="1100" dirty="0" smtClean="0">
                <a:solidFill>
                  <a:srgbClr val="7AAFF5"/>
                </a:solidFill>
                <a:latin typeface="Calibri"/>
              </a:rPr>
              <a:t>le suivi de mes projets au cours des deux dernières années.</a:t>
            </a:r>
            <a:endParaRPr sz="1100" b="0" i="0" dirty="0">
              <a:solidFill>
                <a:srgbClr val="7AAFF5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HTML / CSS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Oval 3"/>
          <p:cNvSpPr/>
          <p:nvPr/>
        </p:nvSpPr>
        <p:spPr>
          <a:xfrm>
            <a:off x="438912" y="1005840"/>
            <a:ext cx="1298448" cy="129844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49808" y="1188720"/>
            <a:ext cx="685800" cy="502920"/>
          </a:xfrm>
          <a:prstGeom prst="rect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1078992"/>
            <a:ext cx="548640" cy="548640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Microsoft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F1F4B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infrastructure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compl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te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pondant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besoins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contexte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d'entreprise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(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academique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Participation au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RPO ICT chez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: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d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ploiement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et coordination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1530"/>
                </a:solidFill>
                <a:latin typeface="Calibri"/>
              </a:rPr>
              <a:t>Utilisation de Microsoft Teams pour le suivi, la communication et le partage de documents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Gestion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taches,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delais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livrables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 respect du cahier des charges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FFFFFF"/>
                </a:solidFill>
                <a:latin typeface="Calibri"/>
              </a:rPr>
              <a:t>Mettre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fr-FR" sz="1900" b="1" dirty="0">
                <a:solidFill>
                  <a:srgbClr val="FFFFFF"/>
                </a:solidFill>
                <a:latin typeface="Calibri"/>
              </a:rPr>
              <a:t>à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disposition 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des utilisateurs 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un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service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informatique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Ce que j'ai realise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0A1530"/>
                </a:solidFill>
                <a:latin typeface="Calibri"/>
              </a:rPr>
              <a:t>Aide au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deploiement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l'application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
"Repair Assistant" sur les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postes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Borny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 dirty="0">
                <a:solidFill>
                  <a:srgbClr val="0A1530"/>
                </a:solidFill>
                <a:latin typeface="Calibri"/>
              </a:rPr>
              <a:t>Repair Assistant : </a:t>
            </a:r>
            <a:r>
              <a:rPr lang="fr-FR" sz="1200" dirty="0" smtClean="0"/>
              <a:t>RA est </a:t>
            </a:r>
            <a:r>
              <a:rPr lang="fr-FR" sz="1200" dirty="0"/>
              <a:t>un logiciel conçu pour faciliter </a:t>
            </a:r>
            <a:r>
              <a:rPr lang="fr-FR" sz="1200" dirty="0" smtClean="0"/>
              <a:t>la vie des moniteurs.</a:t>
            </a:r>
            <a:endParaRPr sz="120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50" dirty="0" smtClean="0">
                <a:solidFill>
                  <a:srgbClr val="0A1530"/>
                </a:solidFill>
              </a:rPr>
              <a:t>Rédaction d’une documentation utilisateur selon une </a:t>
            </a:r>
            <a:r>
              <a:rPr lang="fr-FR" sz="1150" dirty="0" err="1" smtClean="0">
                <a:solidFill>
                  <a:srgbClr val="0A1530"/>
                </a:solidFill>
              </a:rPr>
              <a:t>template</a:t>
            </a:r>
            <a:r>
              <a:rPr lang="fr-FR" sz="1150" dirty="0" smtClean="0">
                <a:solidFill>
                  <a:srgbClr val="0A1530"/>
                </a:solidFill>
              </a:rPr>
              <a:t> prédéfini</a:t>
            </a:r>
            <a:endParaRPr lang="fr-FR" sz="1150" dirty="0">
              <a:solidFill>
                <a:srgbClr val="0A153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4892040" y="3236976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93792" y="3119551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Tests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fonctionnement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validation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aupr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s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finaux</a:t>
            </a:r>
            <a:r>
              <a:rPr lang="fr-FR" sz="1150" dirty="0">
                <a:solidFill>
                  <a:srgbClr val="0A1530"/>
                </a:solidFill>
                <a:latin typeface="Calibri"/>
              </a:rPr>
              <a:t>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Repair Assistant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Organiser son developpement professionnel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CV et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AAFF5"/>
                </a:solidFill>
                <a:latin typeface="Calibri"/>
              </a:rPr>
              <a:t>Creation d'un CV professionnel et d'un profil LinkedIn pour valoriser mon parcours BTS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dirty="0" smtClean="0">
                <a:solidFill>
                  <a:srgbClr val="FFD166"/>
                </a:solidFill>
                <a:latin typeface="Calibri"/>
              </a:rPr>
              <a:t>Portfolio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rgbClr val="7AAFF5"/>
                </a:solidFill>
              </a:rPr>
              <a:t>Centralisation de mes projets dans un portfolio </a:t>
            </a:r>
            <a:r>
              <a:rPr lang="fr-FR" sz="1100" dirty="0" err="1">
                <a:solidFill>
                  <a:srgbClr val="7AAFF5"/>
                </a:solidFill>
              </a:rPr>
              <a:t>numerique</a:t>
            </a:r>
            <a:r>
              <a:rPr lang="fr-FR" sz="1100" dirty="0">
                <a:solidFill>
                  <a:srgbClr val="7AAFF5"/>
                </a:solidFill>
              </a:rPr>
              <a:t> accessible en ligne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59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59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7219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19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i="0" dirty="0" smtClean="0">
                <a:solidFill>
                  <a:srgbClr val="FFD166"/>
                </a:solidFill>
                <a:latin typeface="Calibri"/>
              </a:rPr>
              <a:t>Veille Technologique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 smtClean="0">
                <a:solidFill>
                  <a:srgbClr val="7AAFF5"/>
                </a:solidFill>
              </a:rPr>
              <a:t>Mise </a:t>
            </a:r>
            <a:r>
              <a:rPr lang="fr-FR" sz="1100" dirty="0">
                <a:solidFill>
                  <a:srgbClr val="7AAFF5"/>
                </a:solidFill>
              </a:rPr>
              <a:t>en place </a:t>
            </a:r>
            <a:r>
              <a:rPr lang="fr-FR" sz="1100" dirty="0" smtClean="0">
                <a:solidFill>
                  <a:srgbClr val="7AAFF5"/>
                </a:solidFill>
              </a:rPr>
              <a:t>d'une veille informatique, notamment sur les effets de l’expansion de l’intelligence artificielle </a:t>
            </a:r>
            <a:r>
              <a:rPr lang="fr-FR" sz="1100" dirty="0" smtClean="0">
                <a:solidFill>
                  <a:srgbClr val="7AAFF5"/>
                </a:solidFill>
              </a:rPr>
              <a:t>sur </a:t>
            </a:r>
            <a:r>
              <a:rPr lang="fr-FR" sz="1100" dirty="0" smtClean="0">
                <a:solidFill>
                  <a:srgbClr val="7AAFF5"/>
                </a:solidFill>
              </a:rPr>
              <a:t>la RAM et le CLOUD</a:t>
            </a:r>
            <a:endParaRPr sz="1100" b="0" i="0" dirty="0">
              <a:solidFill>
                <a:srgbClr val="7AAFF5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LinkedIn - Portfolio web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0" y="-914400"/>
            <a:ext cx="4754880" cy="4754880"/>
          </a:xfrm>
          <a:prstGeom prst="ellipse">
            <a:avLst/>
          </a:prstGeom>
          <a:solidFill>
            <a:srgbClr val="28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548640" y="3108960"/>
            <a:ext cx="2926080" cy="2926080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Merci de votre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D166"/>
                </a:solidFill>
                <a:latin typeface="Calibri"/>
              </a:rPr>
              <a:t>attention !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589</Words>
  <Application>Microsoft Office PowerPoint</Application>
  <PresentationFormat>Affichage à l'écran (16:9)</PresentationFormat>
  <Paragraphs>117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Kevin Cirillo</dc:creator>
  <cp:keywords/>
  <dc:description>generated using python-pptx</dc:description>
  <cp:lastModifiedBy>Kevin Cirillo</cp:lastModifiedBy>
  <cp:revision>8</cp:revision>
  <dcterms:created xsi:type="dcterms:W3CDTF">2013-01-27T09:14:16Z</dcterms:created>
  <dcterms:modified xsi:type="dcterms:W3CDTF">2026-05-10T13:02:40Z</dcterms:modified>
  <cp:category/>
</cp:coreProperties>
</file>