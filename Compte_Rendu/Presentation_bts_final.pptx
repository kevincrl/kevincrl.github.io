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145" autoAdjust="0"/>
  </p:normalViewPr>
  <p:slideViewPr>
    <p:cSldViewPr snapToGrid="0" snapToObjects="1">
      <p:cViewPr varScale="1">
        <p:scale>
          <a:sx n="142" d="100"/>
          <a:sy n="142" d="100"/>
        </p:scale>
        <p:origin x="7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132320" y="0"/>
            <a:ext cx="2011680" cy="5143500"/>
          </a:xfrm>
          <a:prstGeom prst="rect">
            <a:avLst/>
          </a:prstGeom>
          <a:solidFill>
            <a:srgbClr val="25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411480"/>
            <a:ext cx="201168" cy="2011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57200" y="749808"/>
            <a:ext cx="201168" cy="201168"/>
          </a:xfrm>
          <a:prstGeom prst="ellipse">
            <a:avLst/>
          </a:prstGeom>
          <a:solidFill>
            <a:srgbClr val="7AA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7AAFF5"/>
                </a:solidFill>
                <a:latin typeface="Calibri Light"/>
              </a:rPr>
              <a:t>BTS SIO  -  Option SISR  -  2024 - 2026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Bilan 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D166"/>
                </a:solidFill>
                <a:latin typeface="Calibri"/>
              </a:rPr>
              <a:t>Competences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564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AAFF5"/>
                </a:solidFill>
                <a:latin typeface="Calibri"/>
              </a:rPr>
              <a:t>CIRILLO Kevin  -  UFA Robert Schuman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3977639"/>
            <a:ext cx="2103120" cy="475488"/>
          </a:xfrm>
          <a:prstGeom prst="roundRect">
            <a:avLst>
              <a:gd name="adj" fmla="val 25237"/>
            </a:avLst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fr-FR" sz="1100" b="1" dirty="0" smtClean="0">
                <a:solidFill>
                  <a:srgbClr val="FFFFFF"/>
                </a:solidFill>
                <a:latin typeface="Calibri"/>
              </a:rPr>
              <a:t>Alternance</a:t>
            </a:r>
            <a:r>
              <a:rPr sz="1100" b="1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100" b="1" dirty="0">
                <a:solidFill>
                  <a:srgbClr val="FFFFFF"/>
                </a:solidFill>
                <a:latin typeface="Calibri"/>
              </a:rPr>
              <a:t>chez </a:t>
            </a:r>
            <a:r>
              <a:rPr sz="1100" b="1" dirty="0" err="1">
                <a:solidFill>
                  <a:srgbClr val="FFFFFF"/>
                </a:solidFill>
                <a:latin typeface="Calibri"/>
              </a:rPr>
              <a:t>Stellantis</a:t>
            </a:r>
            <a:endParaRPr sz="1100" b="1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0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" y="1911096"/>
            <a:ext cx="1828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 err="1" smtClean="0">
                <a:solidFill>
                  <a:srgbClr val="FFFFFF"/>
                </a:solidFill>
                <a:latin typeface="Calibri"/>
              </a:rPr>
              <a:t>Sommaire</a:t>
            </a:r>
            <a:endParaRPr sz="28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20040" y="256032"/>
            <a:ext cx="137160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12848" y="22860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304288" y="39319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04288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moi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12848" y="1417320"/>
            <a:ext cx="3246120" cy="987552"/>
          </a:xfrm>
          <a:prstGeom prst="rect">
            <a:avLst/>
          </a:prstGeom>
          <a:solidFill>
            <a:srgbClr val="3D7FE8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304288" y="1581912"/>
            <a:ext cx="658368" cy="658368"/>
          </a:xfrm>
          <a:prstGeom prst="ellipse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04288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F1F4B"/>
                </a:solidFill>
                <a:latin typeface="Calibri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propos de Stellantis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2304288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04288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81528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12848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04288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304288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Repondre aux incidents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79" y="22860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760719" y="39319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760719" y="3931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9319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Developper la presence en ligne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79" y="141732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760719" y="158191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60719" y="15819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59" y="15819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79" y="260604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5760719" y="277063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760719" y="2770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37959" y="277063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Mettre a disposition un service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69279" y="3794760"/>
            <a:ext cx="3246120" cy="987552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760719" y="3959352"/>
            <a:ext cx="658368" cy="658368"/>
          </a:xfrm>
          <a:prstGeom prst="ellipse">
            <a:avLst/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760719" y="39593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D7FE8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59" y="395935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A1530"/>
                </a:solidFill>
                <a:latin typeface="Calibri"/>
              </a:rPr>
              <a:t>Organiser son developpement pro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20040" y="274320"/>
            <a:ext cx="2926080" cy="45720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23774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CIRILLO Kevin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8892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7AAFF5"/>
                </a:solidFill>
                <a:latin typeface="Calibri"/>
              </a:rPr>
              <a:t>Etudiant BTS SIO - SISR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154680"/>
            <a:ext cx="1371600" cy="54864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UFA Robert Schuman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7764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Promotion 2024-2026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15383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AAFF5"/>
                </a:solidFill>
                <a:latin typeface="Calibri"/>
              </a:rPr>
              <a:t>Metz, Grand 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347472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F1F4B"/>
                </a:solidFill>
                <a:latin typeface="Calibri"/>
              </a:rPr>
              <a:t>A propos de moi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914400"/>
            <a:ext cx="502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74720" y="107899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74720" y="1078992"/>
            <a:ext cx="201168" cy="841248"/>
          </a:xfrm>
          <a:prstGeom prst="rect">
            <a:avLst/>
          </a:prstGeom>
          <a:solidFill>
            <a:srgbClr val="3D7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67328" y="115214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D7FE8"/>
                </a:solidFill>
                <a:latin typeface="Calibri"/>
              </a:rPr>
              <a:t>Formation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144475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BTS SIO - option SISR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0" y="208483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474720" y="2084832"/>
            <a:ext cx="201168" cy="841248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767328" y="215798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3A8F"/>
                </a:solidFill>
                <a:latin typeface="Calibri"/>
              </a:rPr>
              <a:t>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67328" y="245059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Solutions d'Infrastructure, Systemes et Reseaux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74720" y="3090672"/>
            <a:ext cx="525780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474720" y="3090672"/>
            <a:ext cx="201168" cy="841248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67328" y="3163824"/>
            <a:ext cx="4846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F1F4B"/>
                </a:solidFill>
                <a:latin typeface="Calibri"/>
              </a:rPr>
              <a:t>Objectif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3456432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1530"/>
                </a:solidFill>
                <a:latin typeface="Calibri"/>
              </a:rPr>
              <a:t>Administrateur systemes &amp; reseaux en entreprise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1605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A4E75"/>
                </a:solidFill>
                <a:latin typeface="Calibri"/>
              </a:rPr>
              <a:t>Competences cles :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4914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Reseaux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0362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Windows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58100" y="4215383"/>
            <a:ext cx="1280160" cy="256032"/>
          </a:xfrm>
          <a:prstGeom prst="roundRect">
            <a:avLst>
              <a:gd name="adj" fmla="val 46869"/>
            </a:avLst>
          </a:prstGeom>
          <a:solidFill>
            <a:srgbClr val="D6E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3D7FE8"/>
                </a:solidFill>
                <a:latin typeface="Calibri"/>
              </a:rPr>
              <a:t>Virtualisation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560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7AAFF5"/>
                </a:solidFill>
                <a:latin typeface="Calibri Light"/>
              </a:rPr>
              <a:t>A propos 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8229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Stellantis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89888"/>
            <a:ext cx="109728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 dirty="0">
                <a:solidFill>
                  <a:srgbClr val="FFD166"/>
                </a:solidFill>
                <a:latin typeface="Calibri"/>
              </a:rPr>
              <a:t>~1 500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Collaborateurs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sur le site de Borny, Metz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33756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664208"/>
            <a:ext cx="260604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2700" b="1" dirty="0" smtClean="0">
                <a:solidFill>
                  <a:srgbClr val="FFD166"/>
                </a:solidFill>
              </a:rPr>
              <a:t>~600 000 </a:t>
            </a:r>
            <a:endParaRPr lang="fr-FR" sz="2700" b="1" dirty="0">
              <a:solidFill>
                <a:srgbClr val="FFD166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29000" y="2231136"/>
            <a:ext cx="26060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b="1" i="0" dirty="0" smtClean="0">
                <a:solidFill>
                  <a:srgbClr val="FFFFFF"/>
                </a:solidFill>
                <a:latin typeface="Calibri"/>
              </a:rPr>
              <a:t>Transmission / an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29000" y="2514600"/>
            <a:ext cx="260604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 dirty="0" err="1" smtClean="0">
                <a:solidFill>
                  <a:srgbClr val="7AAFF5"/>
                </a:solidFill>
                <a:latin typeface="Calibri"/>
              </a:rPr>
              <a:t>fabriqu</a:t>
            </a:r>
            <a:r>
              <a:rPr lang="fr-FR" sz="900" b="0" i="0" dirty="0" smtClean="0">
                <a:solidFill>
                  <a:srgbClr val="7AAFF5"/>
                </a:solidFill>
                <a:latin typeface="Calibri"/>
              </a:rPr>
              <a:t>é</a:t>
            </a:r>
            <a:r>
              <a:rPr sz="900" b="0" i="0" dirty="0" smtClean="0">
                <a:solidFill>
                  <a:srgbClr val="7AAFF5"/>
                </a:solidFill>
                <a:latin typeface="Calibri"/>
              </a:rPr>
              <a:t>s </a:t>
            </a:r>
            <a:r>
              <a:rPr sz="900" b="0" i="0" dirty="0">
                <a:solidFill>
                  <a:srgbClr val="7AAFF5"/>
                </a:solidFill>
                <a:latin typeface="Calibri"/>
              </a:rPr>
              <a:t>sur le site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572768"/>
            <a:ext cx="2788920" cy="1463040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1572768"/>
            <a:ext cx="2788920" cy="64008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5080" y="1664208"/>
            <a:ext cx="26060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700" b="1" i="0">
                <a:solidFill>
                  <a:srgbClr val="FFD166"/>
                </a:solidFill>
                <a:latin typeface="Calibri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31136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Marques mondiales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539692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AAFF5"/>
                </a:solidFill>
                <a:latin typeface="Calibri"/>
              </a:rPr>
              <a:t>Peugeot, Citroen, Fiat...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20040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2735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Secteur 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3273552"/>
            <a:ext cx="630936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FFFFFF"/>
                </a:solidFill>
                <a:latin typeface="Calibri"/>
              </a:rPr>
              <a:t>Industrie</a:t>
            </a:r>
            <a:r>
              <a:rPr sz="1000" b="0" i="0" dirty="0">
                <a:solidFill>
                  <a:srgbClr val="FFFFFF"/>
                </a:solidFill>
                <a:latin typeface="Calibri"/>
              </a:rPr>
              <a:t> automobile / fabrication </a:t>
            </a:r>
            <a:r>
              <a:rPr lang="fr-FR" sz="1000" dirty="0" smtClean="0">
                <a:solidFill>
                  <a:srgbClr val="FFFFFF"/>
                </a:solidFill>
                <a:latin typeface="Calibri"/>
              </a:rPr>
              <a:t>de boîtes de vitesse</a:t>
            </a:r>
            <a:endParaRPr sz="10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11480" y="3749039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3822191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Localisation 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3822191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Borny, Metz - Moselle (57)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3708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D166"/>
                </a:solidFill>
                <a:latin typeface="Calibri"/>
              </a:rPr>
              <a:t>Ma mission 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370832"/>
            <a:ext cx="6309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Administration systemes &amp; reseaux  -  support utilisateurs  -  deploiements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Gerer le patrimoine informatique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 dirty="0">
                <a:solidFill>
                  <a:srgbClr val="FFFFFF"/>
                </a:solidFill>
                <a:latin typeface="Calibri"/>
              </a:rPr>
              <a:t>Ce que </a:t>
            </a:r>
            <a:r>
              <a:rPr sz="1000" b="1" i="0" dirty="0" err="1">
                <a:solidFill>
                  <a:srgbClr val="FFFFFF"/>
                </a:solidFill>
                <a:latin typeface="Calibri"/>
              </a:rPr>
              <a:t>j'ai</a:t>
            </a:r>
            <a:r>
              <a:rPr sz="10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000" b="1" i="0" dirty="0" smtClean="0">
                <a:solidFill>
                  <a:srgbClr val="FFFFFF"/>
                </a:solidFill>
                <a:latin typeface="Calibri"/>
              </a:rPr>
              <a:t>realis</a:t>
            </a:r>
            <a:r>
              <a:rPr lang="fr-FR" sz="1000" b="1" i="0" dirty="0" smtClean="0">
                <a:solidFill>
                  <a:srgbClr val="FFFFFF"/>
                </a:solidFill>
                <a:latin typeface="Calibri"/>
              </a:rPr>
              <a:t>é</a:t>
            </a:r>
            <a:endParaRPr sz="1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Cr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300" b="1" i="0" dirty="0" err="1" smtClean="0">
                <a:solidFill>
                  <a:srgbClr val="0A1530"/>
                </a:solidFill>
                <a:latin typeface="Calibri"/>
              </a:rPr>
              <a:t>ation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et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300" b="1" i="0" dirty="0" smtClean="0">
                <a:solidFill>
                  <a:srgbClr val="0A1530"/>
                </a:solidFill>
                <a:latin typeface="Calibri"/>
              </a:rPr>
              <a:t>à</a:t>
            </a:r>
            <a:r>
              <a:rPr sz="1300" b="1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jour d'un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Excel
"Layout" pour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recenser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le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parc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150" dirty="0" smtClean="0">
                <a:solidFill>
                  <a:srgbClr val="0A1530"/>
                </a:solidFill>
                <a:latin typeface="Calibri"/>
              </a:rPr>
              <a:t>Schéma recensant toutes les machines disponible sur les lignes de production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 jour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guli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re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fichier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suivi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afin de garantir un suivi efficace de l’inventaire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Microsoft Excel</a:t>
            </a:r>
          </a:p>
        </p:txBody>
      </p:sp>
      <p:pic>
        <p:nvPicPr>
          <p:cNvPr id="16" name="Imag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743" y="3736742"/>
            <a:ext cx="1638529" cy="76210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Grafana - Alerting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0F1F4B"/>
                </a:solidFill>
                <a:latin typeface="Calibri"/>
              </a:rPr>
              <a:t>Repondre</a:t>
            </a:r>
            <a:r>
              <a:rPr sz="1900" b="1" i="0" dirty="0">
                <a:solidFill>
                  <a:srgbClr val="0F1F4B"/>
                </a:solidFill>
                <a:latin typeface="Calibri"/>
              </a:rPr>
              <a:t> aux incidents et aux </a:t>
            </a:r>
            <a:r>
              <a:rPr sz="1900" b="1" i="0" dirty="0" err="1" smtClean="0">
                <a:solidFill>
                  <a:srgbClr val="0F1F4B"/>
                </a:solidFill>
                <a:latin typeface="Calibri"/>
              </a:rPr>
              <a:t>demandes</a:t>
            </a:r>
            <a:r>
              <a:rPr lang="fr-FR" sz="1900" b="1" i="0" dirty="0" smtClean="0">
                <a:solidFill>
                  <a:srgbClr val="0F1F4B"/>
                </a:solidFill>
                <a:latin typeface="Calibri"/>
              </a:rPr>
              <a:t> d’assistance et d’évolution.</a:t>
            </a:r>
            <a:endParaRPr sz="1900" b="1" i="0" dirty="0">
              <a:solidFill>
                <a:srgbClr val="0F1F4B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Mise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place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systeme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d'Alerting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avec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Grafana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surveiller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les composants clé des boites de vitesses ( Key Component )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personnalisees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(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12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gles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configur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 sur les tableaux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bord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IT et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logistiques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daction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documentation pour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rendre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alertes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compréhensible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lambda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"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Accompagnement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quipes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la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main et la comprehension des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alertes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 grâce à des présentations complète des règles en question.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779" y="1801368"/>
            <a:ext cx="1295581" cy="125747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D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velopper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la 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pr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é</a:t>
            </a:r>
            <a:r>
              <a:rPr sz="1900" b="1" i="0" dirty="0" err="1" smtClean="0">
                <a:solidFill>
                  <a:srgbClr val="FFFFFF"/>
                </a:solidFill>
                <a:latin typeface="Calibri"/>
              </a:rPr>
              <a:t>sence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en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ligne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de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l'organisation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Conception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chemeClr val="bg1"/>
                </a:solidFill>
                <a:latin typeface="Calibri"/>
              </a:rPr>
              <a:t>Creation d'un portfolio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professionnel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en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HTML/CSS pour 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pr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senter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 les</a:t>
            </a:r>
            <a:r>
              <a:rPr sz="1100" b="0" i="0" dirty="0" smtClean="0">
                <a:solidFill>
                  <a:schemeClr val="bg1"/>
                </a:solidFill>
                <a:latin typeface="Calibri"/>
              </a:rPr>
              <a:t> 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projets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 accomplis ainsi que les </a:t>
            </a:r>
            <a:r>
              <a:rPr sz="1100" b="0" i="0" dirty="0" smtClean="0">
                <a:solidFill>
                  <a:schemeClr val="bg1"/>
                </a:solidFill>
                <a:latin typeface="Calibri"/>
              </a:rPr>
              <a:t>comp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é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tences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 acquises</a:t>
            </a:r>
            <a:endParaRPr sz="11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Objectif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 err="1">
                <a:solidFill>
                  <a:schemeClr val="bg1"/>
                </a:solidFill>
                <a:latin typeface="Calibri"/>
              </a:rPr>
              <a:t>Ameliorer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la </a:t>
            </a:r>
            <a:r>
              <a:rPr sz="1100" b="0" i="0" dirty="0" err="1" smtClean="0">
                <a:solidFill>
                  <a:schemeClr val="bg1"/>
                </a:solidFill>
                <a:latin typeface="Calibri"/>
              </a:rPr>
              <a:t>visibilit</a:t>
            </a:r>
            <a:r>
              <a:rPr lang="fr-FR" sz="1100" b="0" i="0" dirty="0" smtClean="0">
                <a:solidFill>
                  <a:schemeClr val="bg1"/>
                </a:solidFill>
                <a:latin typeface="Calibri"/>
              </a:rPr>
              <a:t>é</a:t>
            </a:r>
            <a:r>
              <a:rPr sz="1100" b="0" i="0" dirty="0" smtClean="0">
                <a:solidFill>
                  <a:schemeClr val="bg1"/>
                </a:solidFill>
                <a:latin typeface="Calibri"/>
              </a:rPr>
              <a:t> 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et </a:t>
            </a:r>
            <a:r>
              <a:rPr lang="fr-FR" sz="1100" dirty="0" smtClean="0">
                <a:solidFill>
                  <a:schemeClr val="bg1"/>
                </a:solidFill>
                <a:latin typeface="Calibri"/>
              </a:rPr>
              <a:t>le suivi de mes projets au cours des deux dernières années.</a:t>
            </a:r>
            <a:endParaRPr sz="11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HTML / CSS</a:t>
            </a: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6333" y="1920240"/>
            <a:ext cx="2581635" cy="172426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176272" cy="514350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8912" y="274320"/>
            <a:ext cx="1298448" cy="566928"/>
          </a:xfrm>
          <a:prstGeom prst="roundRect">
            <a:avLst>
              <a:gd name="adj" fmla="val 21166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4407408"/>
            <a:ext cx="1773936" cy="475488"/>
          </a:xfrm>
          <a:prstGeom prst="roundRect">
            <a:avLst>
              <a:gd name="adj" fmla="val 25237"/>
            </a:avLst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Microsoft Teams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56032"/>
            <a:ext cx="6492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F1F4B"/>
                </a:solidFill>
                <a:latin typeface="Calibri"/>
              </a:rPr>
              <a:t>Travailler en mode projet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896112"/>
            <a:ext cx="594360" cy="64008"/>
          </a:xfrm>
          <a:prstGeom prst="rect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377440" y="106984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468880" y="116128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16128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179576"/>
            <a:ext cx="557784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Creation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d'une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infrastructure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informatique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compl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te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pondant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aux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besoins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d'un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contexte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d'entreprise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(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academique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40" y="207568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468880" y="216712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68880" y="216712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2185416"/>
            <a:ext cx="5577840" cy="269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Participation au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projet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RPO ICT chez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Stellantis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: 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d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ploiement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et coordination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lang="fr-FR" sz="1150" dirty="0" err="1">
                <a:solidFill>
                  <a:srgbClr val="0A1530"/>
                </a:solidFill>
                <a:latin typeface="Calibri"/>
              </a:rPr>
              <a:t>é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quipe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377440" y="308152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468880" y="317296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68880" y="317296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319125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0A1530"/>
                </a:solidFill>
                <a:latin typeface="Calibri"/>
              </a:rPr>
              <a:t>Utilisation de Microsoft Teams pour le suivi, la communication et le partage de documents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4087368"/>
            <a:ext cx="65379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2468880" y="4178808"/>
            <a:ext cx="640080" cy="640080"/>
          </a:xfrm>
          <a:prstGeom prst="ellipse">
            <a:avLst/>
          </a:prstGeom>
          <a:solidFill>
            <a:srgbClr val="5C2D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468880" y="4178808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4197096"/>
            <a:ext cx="5577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 err="1">
                <a:solidFill>
                  <a:srgbClr val="0A1530"/>
                </a:solidFill>
                <a:latin typeface="Calibri"/>
              </a:rPr>
              <a:t>Gestion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des taches,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delais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livrables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dans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le respect du cahier des charges</a:t>
            </a:r>
          </a:p>
        </p:txBody>
      </p:sp>
      <p:pic>
        <p:nvPicPr>
          <p:cNvPr id="26" name="Imag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13" y="1892808"/>
            <a:ext cx="1567952" cy="119033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1261872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472" y="274320"/>
            <a:ext cx="731520" cy="658368"/>
          </a:xfrm>
          <a:prstGeom prst="roundRect">
            <a:avLst>
              <a:gd name="adj" fmla="val 18226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07008" y="274320"/>
            <a:ext cx="7680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 err="1">
                <a:solidFill>
                  <a:srgbClr val="FFFFFF"/>
                </a:solidFill>
                <a:latin typeface="Calibri"/>
              </a:rPr>
              <a:t>Mettre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fr-FR" sz="1900" b="1" dirty="0">
                <a:solidFill>
                  <a:srgbClr val="FFFFFF"/>
                </a:solidFill>
                <a:latin typeface="Calibri"/>
              </a:rPr>
              <a:t>à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disposition </a:t>
            </a:r>
            <a:r>
              <a:rPr lang="fr-FR" sz="1900" b="1" i="0" dirty="0" smtClean="0">
                <a:solidFill>
                  <a:srgbClr val="FFFFFF"/>
                </a:solidFill>
                <a:latin typeface="Calibri"/>
              </a:rPr>
              <a:t>des utilisateurs </a:t>
            </a:r>
            <a:r>
              <a:rPr sz="1900" b="1" i="0" dirty="0" smtClean="0">
                <a:solidFill>
                  <a:srgbClr val="FFFFFF"/>
                </a:solidFill>
                <a:latin typeface="Calibri"/>
              </a:rPr>
              <a:t>un </a:t>
            </a:r>
            <a:r>
              <a:rPr sz="1900" b="1" i="0" dirty="0">
                <a:solidFill>
                  <a:srgbClr val="FFFFFF"/>
                </a:solidFill>
                <a:latin typeface="Calibri"/>
              </a:rPr>
              <a:t>service </a:t>
            </a:r>
            <a:r>
              <a:rPr sz="1900" b="1" i="0" dirty="0" err="1">
                <a:solidFill>
                  <a:srgbClr val="FFFFFF"/>
                </a:solidFill>
                <a:latin typeface="Calibri"/>
              </a:rPr>
              <a:t>informatique</a:t>
            </a:r>
            <a:endParaRPr sz="19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47472" y="1389888"/>
            <a:ext cx="4251960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47472" y="1389888"/>
            <a:ext cx="4251960" cy="36576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1417320"/>
            <a:ext cx="3977639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Ce que j'ai realise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56231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dirty="0">
                <a:solidFill>
                  <a:srgbClr val="0A1530"/>
                </a:solidFill>
                <a:latin typeface="Calibri"/>
              </a:rPr>
              <a:t>Aide au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deploiement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l'application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
"Repair Assistant" sur les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postes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 du site de </a:t>
            </a:r>
            <a:r>
              <a:rPr sz="1300" b="1" i="0" dirty="0" err="1">
                <a:solidFill>
                  <a:srgbClr val="0A1530"/>
                </a:solidFill>
                <a:latin typeface="Calibri"/>
              </a:rPr>
              <a:t>Borny</a:t>
            </a:r>
            <a:r>
              <a:rPr sz="1300" b="1" i="0" dirty="0">
                <a:solidFill>
                  <a:srgbClr val="0A1530"/>
                </a:solidFill>
                <a:latin typeface="Calibri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0600" y="1389888"/>
            <a:ext cx="3977639" cy="3401568"/>
          </a:xfrm>
          <a:prstGeom prst="rect">
            <a:avLst/>
          </a:prstGeom>
          <a:solidFill>
            <a:srgbClr val="FFFFFF"/>
          </a:solidFill>
          <a:ln w="6350">
            <a:solidFill>
              <a:srgbClr val="D6E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800600" y="1389888"/>
            <a:ext cx="3977639" cy="365760"/>
          </a:xfrm>
          <a:prstGeom prst="rect">
            <a:avLst/>
          </a:prstGeom>
          <a:solidFill>
            <a:srgbClr val="0F1F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19472" y="1417320"/>
            <a:ext cx="37033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Detail</a:t>
            </a:r>
          </a:p>
        </p:txBody>
      </p:sp>
      <p:sp>
        <p:nvSpPr>
          <p:cNvPr id="12" name="Oval 11"/>
          <p:cNvSpPr/>
          <p:nvPr/>
        </p:nvSpPr>
        <p:spPr>
          <a:xfrm>
            <a:off x="4892040" y="1920240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1865376"/>
            <a:ext cx="3429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 dirty="0">
                <a:solidFill>
                  <a:srgbClr val="0A1530"/>
                </a:solidFill>
                <a:latin typeface="Calibri"/>
              </a:rPr>
              <a:t>Repair Assistant : </a:t>
            </a:r>
            <a:r>
              <a:rPr lang="fr-FR" sz="1200" dirty="0" smtClean="0"/>
              <a:t>RA est </a:t>
            </a:r>
            <a:r>
              <a:rPr lang="fr-FR" sz="1200" dirty="0"/>
              <a:t>un logiciel conçu pour faciliter </a:t>
            </a:r>
            <a:r>
              <a:rPr lang="fr-FR" sz="1200" dirty="0" smtClean="0"/>
              <a:t>la vie des moniteurs.</a:t>
            </a:r>
            <a:endParaRPr sz="120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4892040" y="2578608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93792" y="2523744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50" dirty="0" smtClean="0">
                <a:solidFill>
                  <a:srgbClr val="0A1530"/>
                </a:solidFill>
              </a:rPr>
              <a:t>Rédaction d’une documentation utilisateur selon une </a:t>
            </a:r>
            <a:r>
              <a:rPr lang="fr-FR" sz="1150" dirty="0" err="1" smtClean="0">
                <a:solidFill>
                  <a:srgbClr val="0A1530"/>
                </a:solidFill>
              </a:rPr>
              <a:t>template</a:t>
            </a:r>
            <a:r>
              <a:rPr lang="fr-FR" sz="1150" dirty="0" smtClean="0">
                <a:solidFill>
                  <a:srgbClr val="0A1530"/>
                </a:solidFill>
              </a:rPr>
              <a:t> prédéfini</a:t>
            </a:r>
            <a:endParaRPr lang="fr-FR" sz="1150" dirty="0">
              <a:solidFill>
                <a:srgbClr val="0A1530"/>
              </a:solidFill>
            </a:endParaRPr>
          </a:p>
        </p:txBody>
      </p:sp>
      <p:sp>
        <p:nvSpPr>
          <p:cNvPr id="16" name="Oval 15"/>
          <p:cNvSpPr/>
          <p:nvPr/>
        </p:nvSpPr>
        <p:spPr>
          <a:xfrm>
            <a:off x="4892040" y="3236976"/>
            <a:ext cx="201168" cy="201168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93792" y="3119551"/>
            <a:ext cx="3429000" cy="446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 dirty="0">
                <a:solidFill>
                  <a:srgbClr val="0A1530"/>
                </a:solidFill>
                <a:latin typeface="Calibri"/>
              </a:rPr>
              <a:t>Tests de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fonctionnement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et validation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aupr</a:t>
            </a:r>
            <a:r>
              <a:rPr lang="fr-FR" sz="1150" b="0" i="0" dirty="0" smtClean="0">
                <a:solidFill>
                  <a:srgbClr val="0A1530"/>
                </a:solidFill>
                <a:latin typeface="Calibri"/>
              </a:rPr>
              <a:t>è</a:t>
            </a:r>
            <a:r>
              <a:rPr sz="1150" b="0" i="0" dirty="0" smtClean="0">
                <a:solidFill>
                  <a:srgbClr val="0A1530"/>
                </a:solidFill>
                <a:latin typeface="Calibri"/>
              </a:rPr>
              <a:t>s 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des </a:t>
            </a:r>
            <a:r>
              <a:rPr sz="1150" b="0" i="0" dirty="0" err="1">
                <a:solidFill>
                  <a:srgbClr val="0A1530"/>
                </a:solidFill>
                <a:latin typeface="Calibri"/>
              </a:rPr>
              <a:t>utilisateurs</a:t>
            </a:r>
            <a:r>
              <a:rPr sz="1150" b="0" i="0" dirty="0">
                <a:solidFill>
                  <a:srgbClr val="0A1530"/>
                </a:solidFill>
                <a:latin typeface="Calibri"/>
              </a:rPr>
              <a:t> </a:t>
            </a:r>
            <a:r>
              <a:rPr sz="1150" b="0" i="0" dirty="0" err="1" smtClean="0">
                <a:solidFill>
                  <a:srgbClr val="0A1530"/>
                </a:solidFill>
                <a:latin typeface="Calibri"/>
              </a:rPr>
              <a:t>finaux</a:t>
            </a:r>
            <a:r>
              <a:rPr lang="fr-FR" sz="1150" dirty="0">
                <a:solidFill>
                  <a:srgbClr val="0A1530"/>
                </a:solidFill>
                <a:latin typeface="Calibri"/>
              </a:rPr>
              <a:t>.</a:t>
            </a:r>
            <a:endParaRPr sz="1150" b="0" i="0" dirty="0">
              <a:solidFill>
                <a:srgbClr val="0A1530"/>
              </a:solidFill>
              <a:latin typeface="Calibr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47472" y="4736592"/>
            <a:ext cx="1828800" cy="292608"/>
          </a:xfrm>
          <a:prstGeom prst="roundRect">
            <a:avLst>
              <a:gd name="adj" fmla="val 41010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Outil : Repair Assistant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47472" y="256032"/>
            <a:ext cx="731520" cy="603504"/>
          </a:xfrm>
          <a:prstGeom prst="roundRect">
            <a:avLst>
              <a:gd name="adj" fmla="val 19883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256032"/>
            <a:ext cx="7680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Organiser son developpement professionnel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1207008" y="877824"/>
            <a:ext cx="914400" cy="54864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1147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7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1920240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D166"/>
                </a:solidFill>
                <a:latin typeface="Calibri"/>
              </a:rPr>
              <a:t>CV et LinkedIn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246888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 dirty="0">
                <a:solidFill>
                  <a:schemeClr val="bg1"/>
                </a:solidFill>
                <a:latin typeface="Calibri"/>
              </a:rPr>
              <a:t>Creation d'un CV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professionnel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et d'un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profil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LinkedIn pour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valoriser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mon </a:t>
            </a:r>
            <a:r>
              <a:rPr sz="1100" b="0" i="0" dirty="0" err="1">
                <a:solidFill>
                  <a:schemeClr val="bg1"/>
                </a:solidFill>
                <a:latin typeface="Calibri"/>
              </a:rPr>
              <a:t>parcours</a:t>
            </a:r>
            <a:r>
              <a:rPr sz="1100" b="0" i="0" dirty="0">
                <a:solidFill>
                  <a:schemeClr val="bg1"/>
                </a:solidFill>
                <a:latin typeface="Calibri"/>
              </a:rPr>
              <a:t> BTS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291840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dirty="0" smtClean="0">
                <a:solidFill>
                  <a:srgbClr val="FFD166"/>
                </a:solidFill>
                <a:latin typeface="Calibri"/>
              </a:rPr>
              <a:t>Portfolio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337560" y="2487168"/>
            <a:ext cx="24688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>
                <a:solidFill>
                  <a:schemeClr val="bg1"/>
                </a:solidFill>
              </a:rPr>
              <a:t>Centralisation de mes projets dans un portfolio </a:t>
            </a:r>
            <a:r>
              <a:rPr lang="fr-FR" sz="1100" dirty="0" smtClean="0">
                <a:solidFill>
                  <a:schemeClr val="bg1"/>
                </a:solidFill>
              </a:rPr>
              <a:t>numérique </a:t>
            </a:r>
            <a:r>
              <a:rPr lang="fr-FR" sz="1100" dirty="0">
                <a:solidFill>
                  <a:schemeClr val="bg1"/>
                </a:solidFill>
              </a:rPr>
              <a:t>accessible en ligne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59" y="1051560"/>
            <a:ext cx="2743200" cy="3767328"/>
          </a:xfrm>
          <a:prstGeom prst="rect">
            <a:avLst/>
          </a:prstGeom>
          <a:solidFill>
            <a:srgbClr val="1A3A8F"/>
          </a:solidFill>
          <a:ln w="6350">
            <a:solidFill>
              <a:srgbClr val="3D7F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080759" y="1051560"/>
            <a:ext cx="2743200" cy="73152"/>
          </a:xfrm>
          <a:prstGeom prst="rect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172199" y="1161288"/>
            <a:ext cx="658368" cy="658368"/>
          </a:xfrm>
          <a:prstGeom prst="ellipse">
            <a:avLst/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72199" y="1161288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1920240"/>
            <a:ext cx="25237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300" b="1" i="0" dirty="0" smtClean="0">
                <a:solidFill>
                  <a:srgbClr val="FFD166"/>
                </a:solidFill>
                <a:latin typeface="Calibri"/>
              </a:rPr>
              <a:t>Veille Technologique</a:t>
            </a:r>
            <a:endParaRPr sz="1300" b="1" i="0" dirty="0">
              <a:solidFill>
                <a:srgbClr val="FFD166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7920" y="2487168"/>
            <a:ext cx="246888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100" dirty="0" smtClean="0">
                <a:solidFill>
                  <a:schemeClr val="bg1"/>
                </a:solidFill>
              </a:rPr>
              <a:t>Mise </a:t>
            </a:r>
            <a:r>
              <a:rPr lang="fr-FR" sz="1100" dirty="0">
                <a:solidFill>
                  <a:schemeClr val="bg1"/>
                </a:solidFill>
              </a:rPr>
              <a:t>en place </a:t>
            </a:r>
            <a:r>
              <a:rPr lang="fr-FR" sz="1100" dirty="0" smtClean="0">
                <a:solidFill>
                  <a:schemeClr val="bg1"/>
                </a:solidFill>
              </a:rPr>
              <a:t>d'une veille informatique, notamment sur les effets de l’expansion de l’intelligence artificielle sur la RAM et le CLOUD</a:t>
            </a:r>
            <a:endParaRPr sz="1100" b="0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20040" y="4727448"/>
            <a:ext cx="1417320" cy="292608"/>
          </a:xfrm>
          <a:prstGeom prst="roundRect">
            <a:avLst>
              <a:gd name="adj" fmla="val 41010"/>
            </a:avLst>
          </a:prstGeom>
          <a:solidFill>
            <a:srgbClr val="2C7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LinkedIn - Portfolio web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F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0" y="-914400"/>
            <a:ext cx="4754880" cy="4754880"/>
          </a:xfrm>
          <a:prstGeom prst="ellipse">
            <a:avLst/>
          </a:prstGeom>
          <a:solidFill>
            <a:srgbClr val="284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-548640" y="3108960"/>
            <a:ext cx="2926080" cy="2926080"/>
          </a:xfrm>
          <a:prstGeom prst="ellipse">
            <a:avLst/>
          </a:prstGeom>
          <a:solidFill>
            <a:srgbClr val="1A3A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Merci de votre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D166"/>
                </a:solidFill>
                <a:latin typeface="Calibri"/>
              </a:rPr>
              <a:t>attention !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591</Words>
  <Application>Microsoft Office PowerPoint</Application>
  <PresentationFormat>Affichage à l'écran (16:9)</PresentationFormat>
  <Paragraphs>117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>Kevin Cirillo</dc:creator>
  <cp:keywords/>
  <dc:description>generated using python-pptx</dc:description>
  <cp:lastModifiedBy>Kevin Cirillo</cp:lastModifiedBy>
  <cp:revision>9</cp:revision>
  <dcterms:created xsi:type="dcterms:W3CDTF">2013-01-27T09:14:16Z</dcterms:created>
  <dcterms:modified xsi:type="dcterms:W3CDTF">2026-05-11T16:30:58Z</dcterms:modified>
  <cp:category/>
</cp:coreProperties>
</file>